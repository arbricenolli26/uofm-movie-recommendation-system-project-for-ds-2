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e51a7534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ce51a7534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ce51a7534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ce51a7534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e51a7534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e51a7534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ce51a7534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ce51a7534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e51a7534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e51a7534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e51a7534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e51a7534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e51a7534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ce51a7534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e51a7534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ce51a7534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edium.com/@xaradxarma/book-recommendation-system-8cdb77585b65" TargetMode="External"/><Relationship Id="rId4" Type="http://schemas.openxmlformats.org/officeDocument/2006/relationships/hyperlink" Target="https://www.learndatasci.com/tutorials/python-pandas-tutorial-complete-introduction-for-beginners/" TargetMode="External"/><Relationship Id="rId5" Type="http://schemas.openxmlformats.org/officeDocument/2006/relationships/hyperlink" Target="https://www.learndatasci.com/tutorials/python-pandas-tutorial-complete-introduction-for-beginners/" TargetMode="External"/><Relationship Id="rId6" Type="http://schemas.openxmlformats.org/officeDocument/2006/relationships/hyperlink" Target="https://app.datacamp.com/learn/courses/building-recommendation-engines-in-python" TargetMode="External"/><Relationship Id="rId7" Type="http://schemas.openxmlformats.org/officeDocument/2006/relationships/hyperlink" Target="https://www.youtube.com/watch?v=cxcFi3RDrEw&amp;list=TLPQMTYwNDIwMjQp6WeQUHNqZA&amp;index=2&amp;ab_channel=GrabNGoInfo" TargetMode="External"/><Relationship Id="rId8" Type="http://schemas.openxmlformats.org/officeDocument/2006/relationships/hyperlink" Target="https://www.youtube.com/watch?v=cxcFi3RDrEw&amp;list=TLPQMTYwNDIwMjQp6WeQUHNqZA&amp;index=2&amp;ab_channel=GrabNGo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 Recommendation System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460950" y="2845450"/>
            <a:ext cx="8222100" cy="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3200 Final Project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Charlie Argurst, Kathryn Bigelow, Arbri Cenolli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57375" y="1285300"/>
            <a:ext cx="9008700" cy="3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4194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Data</a:t>
            </a:r>
            <a:endParaRPr sz="2550"/>
          </a:p>
          <a:p>
            <a:pPr indent="-32194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For our project, we found a movie dataset from Kaggle that contained over 20 million ratings across 27,000+ movies by over 130,000 users from 1995 to 2015.</a:t>
            </a:r>
            <a:endParaRPr sz="2100"/>
          </a:p>
          <a:p>
            <a:pPr indent="-32194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The main features we utilized from our data set were userID, movieID,titles, genres and ratings.</a:t>
            </a:r>
            <a:endParaRPr sz="2100"/>
          </a:p>
          <a:p>
            <a:pPr indent="-34194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Work/Approach</a:t>
            </a:r>
            <a:endParaRPr sz="2550"/>
          </a:p>
          <a:p>
            <a:pPr indent="-32194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Our approach was to compare and experiment with different rec systems including non-personalized, content-based, hybrid, and collaborative filtering. </a:t>
            </a:r>
            <a:endParaRPr sz="2100"/>
          </a:p>
          <a:p>
            <a:pPr indent="-32194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After looking at our work, we decided that user-user offered the best and most interesting results from </a:t>
            </a:r>
            <a:r>
              <a:rPr lang="en" sz="2100"/>
              <a:t>our attempts</a:t>
            </a:r>
            <a:r>
              <a:rPr lang="en" sz="2100"/>
              <a:t>.</a:t>
            </a:r>
            <a:endParaRPr sz="2100"/>
          </a:p>
          <a:p>
            <a:pPr indent="-34194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Results/Observations</a:t>
            </a:r>
            <a:endParaRPr sz="2550"/>
          </a:p>
          <a:p>
            <a:pPr indent="-32194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After narrowing down our approach we evaluated it with further testing using RMSE.</a:t>
            </a:r>
            <a:endParaRPr sz="2100"/>
          </a:p>
          <a:p>
            <a:pPr indent="-32194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100"/>
              <a:t>What we observed was a RMSE of .93 between our predicted and actual results indicating roughly a 1 unit</a:t>
            </a:r>
            <a:r>
              <a:rPr lang="en" sz="2100"/>
              <a:t> </a:t>
            </a:r>
            <a:r>
              <a:rPr lang="en" sz="2100"/>
              <a:t>rating difference.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57375" y="1296775"/>
            <a:ext cx="9020100" cy="3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Motivation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Experimental learning and furthering our understanding about recommendation systems and how they work.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also like movies and wanted to understand the basic foundation of how a netflix rec system functions.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Decision Fatigue- Consumers have a lot of options when watching movies, for companies like netflix, by providing a solution to efficiently and seamlessly pick your next movie not only improves customer satisfaction but platform growth.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and Experiment with different approaches to narrow down a recommendations system that best answers our research question: “What recommendation system best identifies the movies that users will enjoy?”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Therefore, solving the problem of decision fatigue and improving the film-goer and movie selection interaction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Projects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i="1" lang="en" sz="1500"/>
              <a:t>The Netflix Prize</a:t>
            </a:r>
            <a:endParaRPr sz="1500"/>
          </a:p>
          <a:p>
            <a:pPr indent="-323850" lvl="1" marL="914400" rtl="0" algn="l">
              <a:lnSpc>
                <a:spcPct val="169565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i="1" lang="en" sz="1500"/>
              <a:t>How I made a Book Recommendation System using Python </a:t>
            </a:r>
            <a:r>
              <a:rPr lang="en" sz="1500"/>
              <a:t>by Cephalo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Datacamp - </a:t>
            </a:r>
            <a:r>
              <a:rPr i="1" lang="en"/>
              <a:t>Building Recommendation Engines in Python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content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Mining of Massive Datasets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Chapter 9 Slides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Sample of 5,000 users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users’ means to center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Similar 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user-user cosine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Predicting Ratings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predicting user 4’s rating for Get Out, watched by user 10 and 97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movie rating = (10’s rating * sim</a:t>
            </a:r>
            <a:r>
              <a:rPr lang="en"/>
              <a:t>ilarity</a:t>
            </a:r>
            <a:r>
              <a:rPr lang="en"/>
              <a:t> + 97’s rating * similarity) / (10’s sim + 97’s sim)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RMSE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Discussion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sample of 10 users: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Users: 1, 145, 4999, 982, 3301, 2810, 16, 235, 2054, 1299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Divided our data into train/test sets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Hid the first 20% of movies for each of these users (~2,500 movies)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Predicted scores using the users’ new vectors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RMSE = 0.928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5 similar users, RMSE = 0.933, 10 similar users, RMSE = 0.928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 algorithms with more data are more effective/efficient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CF is good but not great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Error of +/- 1 star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Cold-start problem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Popular movie bias (ex: Toy Story)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Collect more data!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Implicit data from user actions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Movie features (actors, genres, ect.)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MapReduce framework for more efficient processing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Arbri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Researched and coded non-personalized and content-based rec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Wrote the I</a:t>
            </a:r>
            <a:r>
              <a:rPr lang="en"/>
              <a:t>ntroduction</a:t>
            </a:r>
            <a:r>
              <a:rPr lang="en"/>
              <a:t> and Abstract sections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Charlie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Researched hybrid models and coded part of the user collaborative filtering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Wrote the Related Work and Methodology sections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Kathryn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Researched and coded user collaborative filtering system and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Wrote Experimental Discussion and Conclusion sections.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Arial"/>
                <a:ea typeface="Arial"/>
                <a:cs typeface="Arial"/>
                <a:sym typeface="Arial"/>
              </a:rPr>
              <a:t>How I made a Book Recommendation System using Python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(2023, May 23). Medium. Retrieved April 21, 2024, from </a:t>
            </a:r>
            <a:r>
              <a:rPr lang="en" sz="1100" u="sng">
                <a:solidFill>
                  <a:srgbClr val="A4C2F4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https://medium.com/@xaradxarma/book-recommendation-system-8cdb77585b65</a:t>
            </a:r>
            <a:endParaRPr i="1" sz="1100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Leskovec, J., Leskovec, J., Rajaraman, A., &amp; Ullman, J. D. (2014).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Mining of Massive Datasets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Cambridge University Press.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Martin, B. (n.d.).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Python Pandas Tutorial: A Complete Introduction for Beginners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LearnDataSci.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Retrieved April 21, 2024, from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A4C2F4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https://www.learndatasci.com/tutorials/python-pandas-tutorial-complete-introduction-for-b</a:t>
            </a:r>
            <a:endParaRPr sz="1100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A4C2F4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eginners/</a:t>
            </a:r>
            <a:endParaRPr sz="1100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O'Callaghan, R., Peterson, A., &amp; Matsui, M. (n.d.).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Building Recommendation Engines in 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DataCamp. Retrieved April 21, 2024, from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A4C2F4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https://app.datacamp.com/learn/courses/building-recommendation-engines-in-python</a:t>
            </a:r>
            <a:endParaRPr sz="1100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“User-Based Collaborative Filtering In Python | Machine Learning.” YouTube, uploaded by Grab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 Go Info, 22 January 2022,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A4C2F4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https://www.youtube.com/watch?v=cxcFi3RDrEw&amp;list=TLPQMTYwNDIwMjQp6WeQUH</a:t>
            </a:r>
            <a:endParaRPr sz="1100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A4C2F4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NqZA&amp;index=2&amp;ab_channel=GrabNGoInfo</a:t>
            </a:r>
            <a:r>
              <a:rPr lang="en" sz="1100">
                <a:solidFill>
                  <a:srgbClr val="A4C2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